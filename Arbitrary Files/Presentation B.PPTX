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05" d="100"/>
          <a:sy n="205" d="100"/>
        </p:scale>
        <p:origin x="-264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03C3-FB1B-834A-A4C8-D2E4DD6C5545}" type="datetimeFigureOut">
              <a:rPr lang="en-US" smtClean="0"/>
              <a:t>5/1/17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A1AD-71C9-7649-80C1-4B432C5E70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03C3-FB1B-834A-A4C8-D2E4DD6C5545}" type="datetimeFigureOut">
              <a:rPr lang="en-US" smtClean="0"/>
              <a:t>5/1/17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A1AD-71C9-7649-80C1-4B432C5E70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03C3-FB1B-834A-A4C8-D2E4DD6C5545}" type="datetimeFigureOut">
              <a:rPr lang="en-US" smtClean="0"/>
              <a:t>5/1/17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A1AD-71C9-7649-80C1-4B432C5E70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03C3-FB1B-834A-A4C8-D2E4DD6C5545}" type="datetimeFigureOut">
              <a:rPr lang="en-US" smtClean="0"/>
              <a:t>5/1/17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A1AD-71C9-7649-80C1-4B432C5E70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03C3-FB1B-834A-A4C8-D2E4DD6C5545}" type="datetimeFigureOut">
              <a:rPr lang="en-US" smtClean="0"/>
              <a:t>5/1/17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A1AD-71C9-7649-80C1-4B432C5E70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03C3-FB1B-834A-A4C8-D2E4DD6C5545}" type="datetimeFigureOut">
              <a:rPr lang="en-US" smtClean="0"/>
              <a:t>5/1/17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A1AD-71C9-7649-80C1-4B432C5E70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03C3-FB1B-834A-A4C8-D2E4DD6C5545}" type="datetimeFigureOut">
              <a:rPr lang="en-US" smtClean="0"/>
              <a:t>5/1/17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A1AD-71C9-7649-80C1-4B432C5E70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03C3-FB1B-834A-A4C8-D2E4DD6C5545}" type="datetimeFigureOut">
              <a:rPr lang="en-US" smtClean="0"/>
              <a:t>5/1/17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02A1AD-71C9-7649-80C1-4B432C5E70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03C3-FB1B-834A-A4C8-D2E4DD6C5545}" type="datetimeFigureOut">
              <a:rPr lang="en-US" smtClean="0"/>
              <a:t>5/1/17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A1AD-71C9-7649-80C1-4B432C5E70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03C3-FB1B-834A-A4C8-D2E4DD6C5545}" type="datetimeFigureOut">
              <a:rPr lang="en-US" smtClean="0"/>
              <a:t>5/1/17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A1AD-71C9-7649-80C1-4B432C5E70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03C3-FB1B-834A-A4C8-D2E4DD6C5545}" type="datetimeFigureOut">
              <a:rPr lang="en-US" smtClean="0"/>
              <a:t>5/1/17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A1AD-71C9-7649-80C1-4B432C5E70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AA503C3-FB1B-834A-A4C8-D2E4DD6C5545}" type="datetimeFigureOut">
              <a:rPr lang="en-US" smtClean="0"/>
              <a:t>5/1/17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A002A1AD-71C9-7649-80C1-4B432C5E702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PRESENTATION 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235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Angles.thmx</Template>
  <TotalTime>0</TotalTime>
  <Words>2</Words>
  <Application>Microsoft Macintosh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Angles</vt:lpstr>
      <vt:lpstr>PRESENTATION B</vt:lpstr>
    </vt:vector>
  </TitlesOfParts>
  <Company>St. Mark's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B</dc:title>
  <dc:creator>Seth Battis</dc:creator>
  <cp:lastModifiedBy>Seth Battis</cp:lastModifiedBy>
  <cp:revision>1</cp:revision>
  <dcterms:created xsi:type="dcterms:W3CDTF">2017-05-01T21:21:27Z</dcterms:created>
  <dcterms:modified xsi:type="dcterms:W3CDTF">2017-05-01T21:21:49Z</dcterms:modified>
</cp:coreProperties>
</file>